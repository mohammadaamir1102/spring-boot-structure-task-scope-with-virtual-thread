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9144000"/>
  <p:notesSz cx="9144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040880"/>
            <a:ext cx="1188720" cy="118872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1234440" y="7040880"/>
            <a:ext cx="1188720" cy="1188720"/>
          </a:xfrm>
          <a:prstGeom prst="ellipse">
            <a:avLst/>
          </a:prstGeom>
          <a:solidFill>
            <a:srgbClr val="283572"/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7040880"/>
            <a:ext cx="1188720" cy="11887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Shape 3"/>
          <p:cNvSpPr/>
          <p:nvPr/>
        </p:nvSpPr>
        <p:spPr>
          <a:xfrm>
            <a:off x="3063240" y="14173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063240" y="14173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  •  SPRING BOOT 4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860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Virtual Threads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00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StructuredTaskScope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519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simple, blocking, imperative code.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the JVM handle massive concurrency for you.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8064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guide for Spring Boot 4 microservices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8732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Aamir</a:t>
            </a:r>
            <a:pPr indent="0" marL="0">
              <a:buNone/>
            </a:pPr>
            <a:r>
              <a:rPr lang="en-US" sz="10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Senior Java Microservices Developer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732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02996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Threads Don't Scale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1MB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76856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thread, one heavy stack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58775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OS thread reserves a fixed stack; a few tens of thousands of them exhaust memory and OS limits fast.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66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1:1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11296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Thread-per-request model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82219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blocking downstream call ties up one precious platform thread for its entire duration.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800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745736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exhaustion under load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505663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spikes queue requests behind a fixed-size executor — p99 latency climbs sharply.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60350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6035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980176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trade-off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629107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WebFlux restores throughput, but trades away readable, debuggable, imperative code.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8732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Aamir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Senior Java Microservices Developer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8732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Millions of Threads. One JVM.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76856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JVM-managed, not OS-managed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58775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by the JVM onto a small pool of carrier (platform) threads instead of the kernel.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66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¢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11296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 to create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82219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hundred bytes each — spin up millions without exhausting memory.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800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↴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745736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Auto-unmount on I/O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505663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blocking call parks the virtual thread and instantly frees its carrier for other work.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603504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6035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≡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980176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imperative style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629107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CompletableFuture chains, no reactive operators — plain blocking code, at scale.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8732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Aamir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Senior Java Microservices Developer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8732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4 CONFIG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 It On — One Property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8046720" cy="2148840"/>
          </a:xfrm>
          <a:prstGeom prst="roundRect">
            <a:avLst>
              <a:gd name="adj" fmla="val 5106"/>
            </a:avLst>
          </a:prstGeom>
          <a:solidFill>
            <a:srgbClr val="12163A"/>
          </a:solidFill>
          <a:ln w="12700">
            <a:solidFill>
              <a:srgbClr val="2A2F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350008"/>
            <a:ext cx="753465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7C89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application.yml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spring: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threads: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virtual: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enabled: true</a:t>
            </a:r>
            <a:endParaRPr lang="en-US" sz="122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617720"/>
            <a:ext cx="8046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Tomcat / Netty request-handling threads switch automatically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400"/>
              </a:spcAft>
              <a:buSzPct val="100000"/>
              <a:buChar char="✓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@Async and @Scheduled tasks move to virtual threads too</a:t>
            </a:r>
            <a:endParaRPr lang="en-US" sz="1500" dirty="0"/>
          </a:p>
          <a:p>
            <a:pPr marL="342900" indent="-342900">
              <a:lnSpc>
                <a:spcPct val="120000"/>
              </a:lnSpc>
              <a:buSzPct val="100000"/>
              <a:buChar char="✓"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Java 21+; Spring Boot 4 baselines on Java 25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8732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Aamir</a:t>
            </a:r>
            <a:pPr indent="0" marL="0">
              <a:buNone/>
            </a:pPr>
            <a:r>
              <a:rPr lang="en-US" sz="10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Senior Java Microservices Developer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8732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236976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3236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CONCURRENCY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Treat Related Tasks as ONE Unit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76856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unit of work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58775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 subtasks, then join — the parent never proceeds until every child finishes or is cancelled.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66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11296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orphaned threads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82219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one subtask fails, sibling subtasks are cancelled automatically — nothing leaks.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800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745736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Joiners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505663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25 (JEP 505) redesigned the API around pluggable Joiner strategies — composition over inheritance.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603504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6035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980176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 preview API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629107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with --enable-preview — syntax may still evolve before final release.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8732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Aamir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Senior Java Microservices Developer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8732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029968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029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BENEFIT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Calls × 5 Seconds Each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45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three downstream calls — run one after another vs. forked together in a scope: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488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— one thread, one call at a time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1417320" y="251460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417320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 5s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251460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337560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 5s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57800" y="251460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0F8B8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57800" y="2514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 5s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78040" y="2441448"/>
            <a:ext cx="0" cy="649224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7269480" y="2587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15s total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417320" y="3273552"/>
            <a:ext cx="5760720" cy="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17320" y="3227832"/>
            <a:ext cx="0" cy="9144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43000" y="33284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37560" y="3227832"/>
            <a:ext cx="0" cy="9144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063240" y="33284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57800" y="3227832"/>
            <a:ext cx="0" cy="9144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83480" y="33284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78040" y="3227832"/>
            <a:ext cx="0" cy="9144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903720" y="332841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373075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— StructuredTaskScope forks all three, joins once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417320" y="4096512"/>
            <a:ext cx="1874520" cy="420624"/>
          </a:xfrm>
          <a:prstGeom prst="roundRect">
            <a:avLst>
              <a:gd name="adj" fmla="val 13043"/>
            </a:avLst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417320" y="409651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 5s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417320" y="4645152"/>
            <a:ext cx="1874520" cy="420624"/>
          </a:xfrm>
          <a:prstGeom prst="roundRect">
            <a:avLst>
              <a:gd name="adj" fmla="val 13043"/>
            </a:avLst>
          </a:prstGeom>
          <a:solidFill>
            <a:srgbClr val="F2A93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417320" y="464515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 5s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417320" y="5193792"/>
            <a:ext cx="1874520" cy="420624"/>
          </a:xfrm>
          <a:prstGeom prst="roundRect">
            <a:avLst>
              <a:gd name="adj" fmla="val 13043"/>
            </a:avLst>
          </a:prstGeom>
          <a:solidFill>
            <a:srgbClr val="0F8B8D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417320" y="5193792"/>
            <a:ext cx="1874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 5s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37560" y="4023360"/>
            <a:ext cx="0" cy="1664208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3429000" y="416966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5s total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" y="5934456"/>
            <a:ext cx="8046720" cy="868680"/>
          </a:xfrm>
          <a:prstGeom prst="roundRect">
            <a:avLst>
              <a:gd name="adj" fmla="val 10526"/>
            </a:avLst>
          </a:prstGeom>
          <a:solidFill>
            <a:srgbClr val="F4F6FC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22960" y="5934456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faster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15s sequential → 5s with StructuredTaskScope</a:t>
            </a:r>
            <a:endParaRPr lang="en-US" sz="22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8732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Aamir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Senior Java Microservices Developer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498080" y="8732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2688336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2688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 STRATEGIES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515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Built-in Joiner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2763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Joiner you pass to open() decides the completion policy — five built-ins cover almost every case (Java 25, JEP 505):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276856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awaitAll()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58775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every subtask. Never throws — check each Subtask.state()/get() yourself.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5021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502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447288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awaitAllSuccessfulOrThrow()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3758184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Waits for all to succeed; cancels the scope and throws FailedException on the first failure.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672584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672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4617720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allSuccessfulOrThrow()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928616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fail-fast policy, but join() hands back a Stream&lt;Subtask&lt;T&gt;&gt; so you can read every result.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84301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58430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5788152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anySuccessfulResultOrThrow()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6099048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Races subtasks and returns the first success. Throws only if every subtask fails.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7013448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7013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6958584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allUntil(predicate)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325880" y="7269480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custom: keep collecting subtasks until your Predicate says “cancel now” — e.g. after 2 failures.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8229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something bespoke? Implement Joiner&lt;T,R&gt; yourself: onFork, onComplete, and result().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8732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Aamir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Senior Java Microservices Developer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7498080" y="8732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 EXAMPLE 1 /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Joiner.awaitAll()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8046720" cy="5572354"/>
          </a:xfrm>
          <a:prstGeom prst="roundRect">
            <a:avLst>
              <a:gd name="adj" fmla="val 1969"/>
            </a:avLst>
          </a:prstGeom>
          <a:solidFill>
            <a:srgbClr val="12163A"/>
          </a:solidFill>
          <a:ln w="12700">
            <a:solidFill>
              <a:srgbClr val="2A2F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67128"/>
            <a:ext cx="7534656" cy="5170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Map&lt;String, Object&gt; getStockData(String symbol)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throws InterruptedException {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(var scope = StructuredTaskScope.open(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Joiner.awaitAll())) {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price   = scope.fork(() -&gt; feed.getPrice(symbol));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company = scope.fork(() -&gt; feed.getCompanyName(symbol));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var news    = scope.fork(() -&gt; newsApi.getNews(symbol));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scope.join();  // never throws — inspect each subtask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Map.of(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"price",   safe(price,   "N/A"),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"company", safe(company, "Unknown"),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"news",    safe(news,    List.of()));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&lt;T&gt; T safe(Subtask&lt;T&gt; t, T fallback) {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t.state() == Subtask.State.SUCCESS ? t.get() : fallback;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7766914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optional / best-effort data — join() never throws, so one slow provider degrades gracefully instead of failing the whole call.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8732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Aamir</a:t>
            </a:r>
            <a:pPr indent="0" marL="0">
              <a:buNone/>
            </a:pPr>
            <a:r>
              <a:rPr lang="en-US" sz="10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Senior Java Microservices Developer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8732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 EXAMPLE 2 /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Joiner.awaitAllSuccessfulOrThrow()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8046720" cy="4162349"/>
          </a:xfrm>
          <a:prstGeom prst="roundRect">
            <a:avLst>
              <a:gd name="adj" fmla="val 2636"/>
            </a:avLst>
          </a:prstGeom>
          <a:solidFill>
            <a:srgbClr val="12163A"/>
          </a:solidFill>
          <a:ln w="12700">
            <a:solidFill>
              <a:srgbClr val="2A2F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67128"/>
            <a:ext cx="7534656" cy="3760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placeOrder(Order order)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throws InterruptedException {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(var scope = StructuredTaskScope.open(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Joiner.awaitAllSuccessfulOrThrow())) {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scope.fork(() -&gt; {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orderRepo.save(order); return null;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scope.fork(() -&gt; {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inventoryClient.reserve(order); return null;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});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scope.join();  // throws if either write fails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356909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when you only need a pass/fail signal — both writes must succeed together, or the whole scope throws and neither counts.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8732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Aamir</a:t>
            </a:r>
            <a:pPr indent="0" marL="0">
              <a:buNone/>
            </a:pPr>
            <a:r>
              <a:rPr lang="en-US" sz="10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Senior Java Microservices Developer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8732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 EXAMPLE 3 /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Joiner.allSuccessfulOrThrow()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8046720" cy="3692347"/>
          </a:xfrm>
          <a:prstGeom prst="roundRect">
            <a:avLst>
              <a:gd name="adj" fmla="val 2972"/>
            </a:avLst>
          </a:prstGeom>
          <a:solidFill>
            <a:srgbClr val="12163A"/>
          </a:solidFill>
          <a:ln w="12700">
            <a:solidFill>
              <a:srgbClr val="2A2F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67128"/>
            <a:ext cx="7534656" cy="3290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List&lt;DeliveryTime&gt; getDeliveryTimes(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List&lt;String&gt; supplierIds) throws InterruptedException {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(var scope = StructuredTaskScope.open(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Joiner.&lt;DeliveryTime&gt;allSuccessfulOrThrow())) {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supplierIds.forEach(id -&gt; scope.fork(() -&gt;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supplierClient.getDeliveryTime(id)));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scope.join()        // Stream&lt;Subtask&lt;T&gt;&gt;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.map(Subtask::get)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.toList();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886907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fail-fast policy as awaitAllSuccessfulOrThrow(), but join() hands back every result — ideal when all subtasks share a return type.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8732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Aamir</a:t>
            </a:r>
            <a:pPr indent="0" marL="0">
              <a:buNone/>
            </a:pPr>
            <a:r>
              <a:rPr lang="en-US" sz="10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Senior Java Microservices Developer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8732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 EXAMPLE 4 /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Joiner.anySuccessfulResultOrThrow()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8046720" cy="3222346"/>
          </a:xfrm>
          <a:prstGeom prst="roundRect">
            <a:avLst>
              <a:gd name="adj" fmla="val 3405"/>
            </a:avLst>
          </a:prstGeom>
          <a:solidFill>
            <a:srgbClr val="12163A"/>
          </a:solidFill>
          <a:ln w="12700">
            <a:solidFill>
              <a:srgbClr val="2A2F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67128"/>
            <a:ext cx="7534656" cy="28200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getPrice(String symbol)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throws InterruptedException {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(var scope = StructuredTaskScope.open(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Joiner.&lt;Price&gt;anySuccessfulResultOrThrow())) {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scope.fork(() -&gt; primaryFeed.getPrice(symbol));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scope.fork(() -&gt; backupFeed.getPrice(symbol));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scope.join();  // first success wins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416906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redundant providers — race two data sources and take whichever answers first; losers are cancelled automatically.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8732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Aamir</a:t>
            </a:r>
            <a:pPr indent="0" marL="0">
              <a:buNone/>
            </a:pPr>
            <a:r>
              <a:rPr lang="en-US" sz="10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Senior Java Microservices Developer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8732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3017520" cy="384048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141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 EXAMPLE 5 / 5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Joiner.allUntil(predicate)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8046720" cy="4632350"/>
          </a:xfrm>
          <a:prstGeom prst="roundRect">
            <a:avLst>
              <a:gd name="adj" fmla="val 2369"/>
            </a:avLst>
          </a:prstGeom>
          <a:solidFill>
            <a:srgbClr val="12163A"/>
          </a:solidFill>
          <a:ln w="12700">
            <a:solidFill>
              <a:srgbClr val="2A2F5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167128"/>
            <a:ext cx="7534656" cy="423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CancelAfterTwoFailures&lt;T&gt;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implements Predicate&lt;Subtask&lt;? extends T&gt;&gt; {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final AtomicInteger failed = new AtomicInteger();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boolean test(Subtask&lt;? extends T&gt; t) {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t.state() == Subtask.State.FAILED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&amp;&amp; failed.incrementAndGet() &gt;= 2;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&lt;T&gt; List&lt;Subtask&lt;T&gt;&gt; invokeAll(List&lt;Callable&lt;T&gt;&gt; tasks)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throws InterruptedException {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joiner = Joiner.&lt;T&gt;allUntil(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 CancelAfterTwoFailures&lt;&gt;());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try (var scope = StructuredTaskScope.open(joiner)) {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tasks.forEach(scope::fork);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scope.join().toList();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2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2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2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682691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 — write your own cancellation Predicate. Here the scope keeps running until 2 subtasks have failed.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8732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Aamir</a:t>
            </a:r>
            <a:pPr indent="0" marL="0">
              <a:buNone/>
            </a:pPr>
            <a:r>
              <a:rPr lang="en-US" sz="10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Senior Java Microservices Developer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8732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vs After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840480" cy="6035040"/>
          </a:xfrm>
          <a:prstGeom prst="roundRect">
            <a:avLst>
              <a:gd name="adj" fmla="val 2381"/>
            </a:avLst>
          </a:prstGeom>
          <a:solidFill>
            <a:srgbClr val="F4F6FC"/>
          </a:solidFill>
          <a:ln w="12700">
            <a:solidFill>
              <a:srgbClr val="E3E7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423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Pool + CompletableFuture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1089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✕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pool size caps concurrency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✕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exception aggregation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✕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leak orphaned tasks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✕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traces are hard to follow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2194560"/>
            <a:ext cx="3840480" cy="6035040"/>
          </a:xfrm>
          <a:prstGeom prst="roundRect">
            <a:avLst>
              <a:gd name="adj" fmla="val 2381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029200" y="2423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Threads + StructuredTaskScope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3108960"/>
            <a:ext cx="3291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scales with I/O, not thread count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Joiner encodes the success/failure policy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 subtasks cancel automatically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traces read like sequential code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8732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Aamir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Senior Java Microservices Developer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732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2359152" cy="38404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48640"/>
            <a:ext cx="2359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Ship It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331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276856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thread pinning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58775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synchronized blocks around blocking calls still pin the carrier thread — prefer ReentrantLock.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56616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5661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511296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ThreadLocal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382219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ScopedValue for per-request context that needs to flow into forked subtasks.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80060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4800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∅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745736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pool virtual threads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505663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per task instead — pooling them defeats their purpose and adds no benefit.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6035040"/>
            <a:ext cx="566928" cy="56692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6035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⚑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980176"/>
            <a:ext cx="7269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the preview flag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325880" y="6291072"/>
            <a:ext cx="7269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--enable-preview --release 25 is required until the API is finalized.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87325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Aamir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Senior Java Microservices Developer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7498080" y="87325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1188720" cy="118872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1234440" y="914400"/>
            <a:ext cx="1188720" cy="1188720"/>
          </a:xfrm>
          <a:prstGeom prst="ellipse">
            <a:avLst/>
          </a:prstGeom>
          <a:solidFill>
            <a:srgbClr val="283572"/>
          </a:solidFill>
          <a:ln/>
        </p:spPr>
      </p:sp>
      <p:sp>
        <p:nvSpPr>
          <p:cNvPr id="4" name="Shape 2"/>
          <p:cNvSpPr/>
          <p:nvPr/>
        </p:nvSpPr>
        <p:spPr>
          <a:xfrm>
            <a:off x="1920240" y="914400"/>
            <a:ext cx="1188720" cy="1188720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4688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 to Scale Your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 Microservices?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code. Same team. A fraction of the infrastructure cost.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8006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Threads — JVM-scheduled, cheap, blocking-friendly</a:t>
            </a:r>
            <a:endParaRPr lang="en-US" sz="14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✓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StructuredTaskScope — structured, cancellable, composable</a:t>
            </a:r>
            <a:endParaRPr lang="en-US" sz="1450" dirty="0"/>
          </a:p>
          <a:p>
            <a:pPr marL="342900" indent="-342900">
              <a:lnSpc>
                <a:spcPct val="120000"/>
              </a:lnSpc>
              <a:buSzPct val="100000"/>
              <a:buChar char="✓"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simpler code that scales with I/O, not threads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6537960"/>
            <a:ext cx="8046720" cy="1371600"/>
          </a:xfrm>
          <a:prstGeom prst="roundRect">
            <a:avLst>
              <a:gd name="adj" fmla="val 6667"/>
            </a:avLst>
          </a:prstGeom>
          <a:solidFill>
            <a:srgbClr val="141A4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6537960"/>
            <a:ext cx="7589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  Repost if this helped     •     💬  Questions below     •     🔔  Follow for more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8229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Mohammad Aamir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8549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Java Microservices Developer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5496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2026-09-05T07:03:49Z</dcterms:created>
  <dcterms:modified xsi:type="dcterms:W3CDTF">2026-09-05T07:03:49Z</dcterms:modified>
</cp:coreProperties>
</file>